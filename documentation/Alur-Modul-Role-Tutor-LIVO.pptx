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096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6784848"/>
          </a:xfrm>
          <a:prstGeom prst="rect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Modul Role Tutor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</a:t>
            </a:r>
            <a:r>
              <a:rPr lang="en-US" sz="1300" i="1" dirty="0" err="1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</a:t>
            </a:r>
            <a:r>
              <a:rPr lang="en-US" sz="13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</a:t>
            </a:r>
            <a:r>
              <a:rPr lang="en-US" sz="13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tutor di dalam sistem, dari login hingga laporan bulanan.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2766" y="2159078"/>
            <a:ext cx="1783080" cy="1097280"/>
          </a:xfrm>
          <a:prstGeom prst="roundRect">
            <a:avLst>
              <a:gd name="adj" fmla="val 7500"/>
            </a:avLst>
          </a:prstGeom>
          <a:solidFill>
            <a:srgbClr val="1A5F7A"/>
          </a:solidFill>
          <a:ln w="9525">
            <a:solidFill>
              <a:srgbClr val="00C2FF"/>
            </a:solidFill>
            <a:prstDash val="solid"/>
          </a:ln>
          <a:effectLst>
            <a:outerShdw blurRad="635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918" y="2250518"/>
            <a:ext cx="16367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Login Tutor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→ password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(atau buat password)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15846" y="2625422"/>
            <a:ext cx="301752" cy="164592"/>
          </a:xfrm>
          <a:prstGeom prst="rightArrow">
            <a:avLst/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98" y="2159078"/>
            <a:ext cx="1783080" cy="1097280"/>
          </a:xfrm>
          <a:prstGeom prst="roundRect">
            <a:avLst>
              <a:gd name="adj" fmla="val 7500"/>
            </a:avLst>
          </a:prstGeom>
          <a:solidFill>
            <a:srgbClr val="1A5F7A"/>
          </a:solidFill>
          <a:ln w="9525">
            <a:solidFill>
              <a:srgbClr val="00C2FF"/>
            </a:solidFill>
            <a:prstDash val="solid"/>
          </a:ln>
          <a:effectLst>
            <a:outerShdw blurRad="635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90750" y="2250518"/>
            <a:ext cx="16367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Dashboard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Akumulasi sesi &amp; siswa,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penilaian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78" y="2625422"/>
            <a:ext cx="301752" cy="164592"/>
          </a:xfrm>
          <a:prstGeom prst="rightArrow">
            <a:avLst/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02430" y="2159078"/>
            <a:ext cx="1783080" cy="1097280"/>
          </a:xfrm>
          <a:prstGeom prst="roundRect">
            <a:avLst>
              <a:gd name="adj" fmla="val 7500"/>
            </a:avLst>
          </a:prstGeom>
          <a:solidFill>
            <a:srgbClr val="225E8C"/>
          </a:solidFill>
          <a:ln w="9525">
            <a:solidFill>
              <a:srgbClr val="00C2FF"/>
            </a:solidFill>
            <a:prstDash val="solid"/>
          </a:ln>
          <a:effectLst>
            <a:outerShdw blurRad="635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75582" y="2250518"/>
            <a:ext cx="16367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Jadwal Mingguan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kelas &amp; sesi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detail siswa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85510" y="2625422"/>
            <a:ext cx="301752" cy="164592"/>
          </a:xfrm>
          <a:prstGeom prst="rightArrow">
            <a:avLst/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87262" y="2159078"/>
            <a:ext cx="1783080" cy="1097280"/>
          </a:xfrm>
          <a:prstGeom prst="roundRect">
            <a:avLst>
              <a:gd name="adj" fmla="val 7500"/>
            </a:avLst>
          </a:prstGeom>
          <a:solidFill>
            <a:srgbClr val="225E8C"/>
          </a:solidFill>
          <a:ln w="9525">
            <a:solidFill>
              <a:srgbClr val="00C2FF"/>
            </a:solidFill>
            <a:prstDash val="solid"/>
          </a:ln>
          <a:effectLst>
            <a:outerShdw blurRad="635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0414" y="2250518"/>
            <a:ext cx="16367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Isi Evaluasi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Kehadiran, nilai,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&amp; catatan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927926" y="3494101"/>
            <a:ext cx="301752" cy="164592"/>
          </a:xfrm>
          <a:prstGeom prst="rightArrow">
            <a:avLst/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87262" y="3906676"/>
            <a:ext cx="1783080" cy="1097280"/>
          </a:xfrm>
          <a:prstGeom prst="roundRect">
            <a:avLst>
              <a:gd name="adj" fmla="val 7500"/>
            </a:avLst>
          </a:prstGeom>
          <a:solidFill>
            <a:srgbClr val="1C7A6E"/>
          </a:solidFill>
          <a:ln w="9525">
            <a:solidFill>
              <a:srgbClr val="00C2FF"/>
            </a:solidFill>
            <a:prstDash val="solid"/>
          </a:ln>
          <a:effectLst>
            <a:outerShdw blurRad="635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60414" y="3998116"/>
            <a:ext cx="16367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Rekap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pengajaran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fee per bulan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70342" y="4373020"/>
            <a:ext cx="301752" cy="164592"/>
          </a:xfrm>
          <a:prstGeom prst="rightArrow">
            <a:avLst/>
          </a:prstGeom>
          <a:solidFill>
            <a:srgbClr val="FFC800"/>
          </a:solidFill>
          <a:ln w="12700">
            <a:solidFill>
              <a:srgbClr val="FFC8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45246" y="3896438"/>
            <a:ext cx="1783080" cy="1097280"/>
          </a:xfrm>
          <a:prstGeom prst="roundRect">
            <a:avLst>
              <a:gd name="adj" fmla="val 7500"/>
            </a:avLst>
          </a:prstGeom>
          <a:solidFill>
            <a:srgbClr val="1C7A6E"/>
          </a:solidFill>
          <a:ln w="9525">
            <a:solidFill>
              <a:srgbClr val="00C2FF"/>
            </a:solidFill>
            <a:prstDash val="solid"/>
          </a:ln>
          <a:effectLst>
            <a:outerShdw blurRad="635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418398" y="3987878"/>
            <a:ext cx="16367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Laporan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gaji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(PDF)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909138" y="3256358"/>
            <a:ext cx="0" cy="640080"/>
          </a:xfrm>
          <a:prstGeom prst="line">
            <a:avLst/>
          </a:prstGeom>
          <a:noFill/>
          <a:ln w="15875">
            <a:solidFill>
              <a:srgbClr val="A0B4C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017598" y="3896438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12293D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0750" y="3969590"/>
            <a:ext cx="16367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Saya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Foto, kontak, no. rekening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93970" y="3256358"/>
            <a:ext cx="0" cy="640080"/>
          </a:xfrm>
          <a:prstGeom prst="line">
            <a:avLst/>
          </a:prstGeom>
          <a:noFill/>
          <a:ln w="15875">
            <a:solidFill>
              <a:srgbClr val="A0B4C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102430" y="3896438"/>
            <a:ext cx="1783080" cy="868680"/>
          </a:xfrm>
          <a:prstGeom prst="roundRect">
            <a:avLst>
              <a:gd name="adj" fmla="val 9474"/>
            </a:avLst>
          </a:prstGeom>
          <a:solidFill>
            <a:srgbClr val="12293D"/>
          </a:solidFill>
          <a:ln w="12700">
            <a:solidFill>
              <a:srgbClr val="A0B4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75582" y="3969590"/>
            <a:ext cx="16367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Siswa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sesi &amp; statistik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92</Words>
  <Application>Microsoft Office PowerPoint</Application>
  <PresentationFormat>Custom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Axioo</cp:lastModifiedBy>
  <cp:revision>3</cp:revision>
  <dcterms:created xsi:type="dcterms:W3CDTF">2026-07-12T00:48:22Z</dcterms:created>
  <dcterms:modified xsi:type="dcterms:W3CDTF">2026-07-12T01:27:00Z</dcterms:modified>
</cp:coreProperties>
</file>